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CoSAI · AI Shared Responsibility Framework · Technical Steering Committee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Governance Schema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Agentic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roadmap from reference document to accountability infrastructure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4663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aisharedresponsibility.com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open governance schema for agentic AI.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423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Obligations, controls, and accountable owners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defined at machine speed across every layer of the stack.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3703320"/>
            <a:ext cx="2651760" cy="1097280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must be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an action to be sanctioned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703320"/>
            <a:ext cx="2651760" cy="1097280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mechanism that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enforces each obligation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2651760" cy="1097280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party accountable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a control fails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 is already broken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system operating today can: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91440" cy="621792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270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external tools across L3, L4, and L5 boundaries in the same transaction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167128"/>
            <a:ext cx="83210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167128"/>
            <a:ext cx="91440" cy="621792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768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and act on memory without a human reviewing the accumulated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916936"/>
            <a:ext cx="83210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916936"/>
            <a:ext cx="91440" cy="621792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266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subtasks to other agents, each operating with their own tool access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666744"/>
            <a:ext cx="83210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666744"/>
            <a:ext cx="91440" cy="621792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764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financial, medical, or infrastructure actions in milliseconds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079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question cannot wait for a human answer. By the time the review happens, the action is done.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SRF already defines the right boundaries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agent action crosses at least one layer boundary. Each crossing has an obligation, a control, and an owner.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840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9144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53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&amp; Usage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3840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84832"/>
            <a:ext cx="914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214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Information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752344"/>
            <a:ext cx="3840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752344"/>
            <a:ext cx="9144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9992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419856"/>
            <a:ext cx="3840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419856"/>
            <a:ext cx="914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564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6667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087368"/>
            <a:ext cx="3840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087368"/>
            <a:ext cx="9144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239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3342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Provider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crossings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737360"/>
            <a:ext cx="420624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1810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+ L3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20665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calls a retrieval tool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2697480"/>
            <a:ext cx="420624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2770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+ L4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3026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invokes an external API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3657600"/>
            <a:ext cx="420624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+ L5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09160" y="39867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selects or switches models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SRF does not yet define: the machine-readable form that an agent runtime or AI gateway can enforce.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schema encodes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9611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every activity in the agentic stack, three fields. Stacked across five layers, four operating models, and autonomy levels L0 through L5.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38404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4630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92808" y="1463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41648" y="1463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90488" y="146304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01368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801368"/>
            <a:ext cx="1371600" cy="8412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1109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safety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185623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tool outputs must be validated before use in downstream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185623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filtering enforced at the L3 application boundary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8562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Developer (accountable)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Provider (responsible)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715768"/>
            <a:ext cx="832104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715768"/>
            <a:ext cx="1371600" cy="8412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2549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switching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277063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must approve model substitutions above the contracted autonomy level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277063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registry check at L4/L5 boundary with override 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7706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 Provider (accountable)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Provider (informed)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630168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630168"/>
            <a:ext cx="1371600" cy="8412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3989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368503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memory must not persist regulated data beyond session without explicit consent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368503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 lifecycle policy enforced at L2/L3 handoff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Owner (accountable)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Developer (responsible)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sets policy. The schema enforces it. Human review moves from approving individual actions to defining the governance envelope.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77640" cy="3566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Proprietary fragmentation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AI platform has its own internal accountability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deployments build ad hoc governance in system prompts and policy docs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interoperability between platforms or organizations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455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provider's definition of who owns what is incompatible with the next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Regulators, auditors, and procurement teams have no common reference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6908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051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schema: common surface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platforms ingest it once, support all compliant deployments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08483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gateways enforce it at the boundary without custom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615184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teams require conformance as a standard contract clause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14553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cite it as the accountability reference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67588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handoffs carry portable governance 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2.0. Vendor-neutral. Maintained under OASIS open standards process.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meshed agentic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286000" cy="9601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 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286000" cy="9601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051560"/>
            <a:ext cx="2286000" cy="9601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4630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3rd-party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527048"/>
            <a:ext cx="457200" cy="0"/>
          </a:xfrm>
          <a:prstGeom prst="line">
            <a:avLst/>
          </a:prstGeom>
          <a:noFill/>
          <a:ln w="25400">
            <a:solidFill>
              <a:srgbClr val="2D5B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0" y="1527048"/>
            <a:ext cx="457200" cy="0"/>
          </a:xfrm>
          <a:prstGeom prst="line">
            <a:avLst/>
          </a:prstGeom>
          <a:noFill/>
          <a:ln w="25400">
            <a:solidFill>
              <a:srgbClr val="2D5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786384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286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action three hops down the chain causes harm. Who is accountable? Current answer: nobody knows.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880360"/>
            <a:ext cx="8321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880360"/>
            <a:ext cx="91440" cy="4937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944368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 operate within their own system prompt. No governance context transfers with the delegation.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465576"/>
            <a:ext cx="8321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465576"/>
            <a:ext cx="91440" cy="4937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529584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Contracts between organizations do not cover liability for actions taken by subordinate agents.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050792"/>
            <a:ext cx="8321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050792"/>
            <a:ext cx="91440" cy="4937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1480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 response teams investigating multi-agent failures have no accountability graph to follow.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schema makes accountability portable. Each delegation carries the obligation, control, and owner. Enforced at runtime, not reconstructed after the fact.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larger strategic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becoming operational infrastructure.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has to become infrastructure too.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providers operating at enterprise scale have reached a consistent conclusion: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944368"/>
            <a:ext cx="8321040" cy="457200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99232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trust is the binding constraint on AI adoption, not model capability.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493008"/>
            <a:ext cx="8321040" cy="457200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547872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shared accountability models, every platform risks becoming the default owner of every failure built on top of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041648"/>
            <a:ext cx="8321040" cy="457200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96512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systems that act at scale cannot be governed by human review. Machine-operable governance is a technical requirement.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organizations that scale AI sustainably will not simply have the smartest models.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will have the most governable, observable, and accountable systems.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914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16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Educational site at aisharedresponsibility.com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914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65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Five-layer framework, persona matrix, operating model responsibility tables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59152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59152"/>
            <a:ext cx="914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14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Living regulations reference (13 standards, staleness detection)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07792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07792"/>
            <a:ext cx="914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62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browser-based assessment wizards. No account, no server, Apache 2.0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456432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456432"/>
            <a:ext cx="914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112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Offered as a prospective contribution to CoSAI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914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phases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261872"/>
            <a:ext cx="41605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389888"/>
            <a:ext cx="384048" cy="384048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38928" y="13167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3 months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8928" y="1554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 design, system instruction, governance ontology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029968"/>
            <a:ext cx="41605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215798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64515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38928" y="20848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2322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Responsibility Mapper wizard, governance templates, telemetry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2798064"/>
            <a:ext cx="41605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45152" y="292608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4645152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8928" y="2852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 12 months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38928" y="3090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Runtime integrations, governance APIs, ecosystem pilots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566160"/>
            <a:ext cx="41605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45152" y="3694176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4645152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38928" y="3621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 24 months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Industry adoption, interoperability standards, continuous assurance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from this committee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115568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98448"/>
            <a:ext cx="512064" cy="512064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097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v2.0 development 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Adopt the schema-first roadmap as the official CoSAI Workstream 2 direction. Four phases, 24 months, public beta in 4 to 6 months.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67712"/>
            <a:ext cx="8321040" cy="1115568"/>
          </a:xfrm>
          <a:prstGeom prst="rect">
            <a:avLst/>
          </a:prstGeom>
          <a:solidFill>
            <a:srgbClr val="1A3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6032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2359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open-source contribution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27249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AISharedResponsibility.com, the six assessment wizards, and the data files. Offered as a CoSAI community resource under Apache 2.0.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529584"/>
            <a:ext cx="8321040" cy="1115568"/>
          </a:xfrm>
          <a:prstGeom prst="rect">
            <a:avLst/>
          </a:prstGeom>
          <a:solidFill>
            <a:srgbClr val="1A306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22192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6210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schema repository as Phase 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7008" y="39867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machine-readable accountability ontology published to GitHub unlocks every downstream deliverable. This is the critical path.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real. The foundation is built. The question is whether CoSAI defines the standard or inherits someone else's.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CoSAI AI SRF — TSC Roadmap Presentation</dc:title>
  <dc:subject>PptxGenJS Presentation</dc:subject>
  <dc:creator>CoSAI AI SRF</dc:creator>
  <cp:lastModifiedBy>CoSAI AI SRF</cp:lastModifiedBy>
  <cp:revision>1</cp:revision>
  <dcterms:created xsi:type="dcterms:W3CDTF">2026-05-16T19:58:05Z</dcterms:created>
  <dcterms:modified xsi:type="dcterms:W3CDTF">2026-05-16T19:58:05Z</dcterms:modified>
</cp:coreProperties>
</file>