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CoSAI · AI Shared Responsibility Framework · Technical Steering Committee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Open Governance Schema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Agentic Matrix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Shared Responsibility to Machine-Speed AI Governance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547872"/>
            <a:ext cx="8321040" cy="80467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39312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of AI will not be limited by intelligence. It will be limited by governability."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4709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aisharedresponsibility.com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Transitioning From Tools to Infrastructure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stage adds autonomy, operational complexity, and accountability surface.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23444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triggers every 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10512" y="1325880"/>
            <a:ext cx="123444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10512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56232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6232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assists, human decides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4952" y="20116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9544" y="1325880"/>
            <a:ext cx="123444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9544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executes multi-step tasks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43984" y="20116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08576" y="1325880"/>
            <a:ext cx="123444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08576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54296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54296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acts without per-step approval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43016" y="20116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07608" y="1325880"/>
            <a:ext cx="1234440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07608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53328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Ecosystems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coordinate across orgs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42048" y="2011680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1325880"/>
            <a:ext cx="1234440" cy="2286000"/>
          </a:xfrm>
          <a:prstGeom prst="rect">
            <a:avLst/>
          </a:prstGeom>
          <a:solidFill>
            <a:srgbClr val="0F1F3D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408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168249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Matrix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23774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is operational infrastructure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794760"/>
            <a:ext cx="8321040" cy="65836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9044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entering the agentic matrix. Human-scale governance cannot supervise machine-scale autonomy.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Accelerated Cloud Adoption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frameworks define who owns what — by stack layer, by operating model. The analogy is structural, not just rhetorical.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1115568" cy="347472"/>
          </a:xfrm>
          <a:prstGeom prst="rect">
            <a:avLst/>
          </a:prstGeom>
          <a:solidFill>
            <a:srgbClr val="1A3060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49961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Layer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27048" y="1426464"/>
            <a:ext cx="841248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14264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68296" y="1426464"/>
            <a:ext cx="841248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14264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9544" y="1426464"/>
            <a:ext cx="841248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14264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792224"/>
            <a:ext cx="1115568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9222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27048" y="1792224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1911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68296" y="1792224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8296" y="1911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9544" y="1792224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1911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2231136"/>
            <a:ext cx="1115568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3113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527048" y="2231136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7048" y="23500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68296" y="2231136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8296" y="23500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9544" y="2231136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9544" y="23500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2670048"/>
            <a:ext cx="1115568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7004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527048" y="2670048"/>
            <a:ext cx="841248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7048" y="278892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68296" y="2670048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68296" y="278892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9544" y="2670048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9544" y="278892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3108960"/>
            <a:ext cx="1115568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0896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527048" y="3108960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27048" y="322783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68296" y="3108960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68296" y="322783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9544" y="3108960"/>
            <a:ext cx="841248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9544" y="322783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27048" y="358444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142232" y="2450592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617720" y="1133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Shared Responsibility Framework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1426464"/>
            <a:ext cx="969264" cy="347472"/>
          </a:xfrm>
          <a:prstGeom prst="rect">
            <a:avLst/>
          </a:prstGeom>
          <a:solidFill>
            <a:srgbClr val="1A3060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54296" y="1499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Layer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586984" y="1426464"/>
            <a:ext cx="78638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6984" y="142646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73368" y="1426464"/>
            <a:ext cx="78638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142646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AI-PaaS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9752" y="1426464"/>
            <a:ext cx="78638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9752" y="142646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46136" y="1426464"/>
            <a:ext cx="78638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46136" y="142646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AI-SaaS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1792224"/>
            <a:ext cx="969264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792224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Business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86984" y="1792224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86984" y="19110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73368" y="1792224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19110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59752" y="1792224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59752" y="19110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946136" y="1792224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6136" y="19110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17720" y="2231136"/>
            <a:ext cx="969264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231136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Information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586984" y="2231136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86984" y="23500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373368" y="2231136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73368" y="23500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159752" y="2231136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59752" y="23500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946136" y="2231136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46136" y="235000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617720" y="2670048"/>
            <a:ext cx="969264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2670048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Application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586984" y="2670048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86984" y="2788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373368" y="2670048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73368" y="2788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159752" y="2670048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59752" y="2788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946136" y="2670048"/>
            <a:ext cx="78638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46136" y="2788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617720" y="3108960"/>
            <a:ext cx="969264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63440" y="3108960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Platform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586984" y="3108960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86984" y="32278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373368" y="3108960"/>
            <a:ext cx="78638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73368" y="32278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7159752" y="3108960"/>
            <a:ext cx="78638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59752" y="32278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946136" y="3108960"/>
            <a:ext cx="78638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46136" y="32278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617720" y="3547872"/>
            <a:ext cx="969264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63440" y="3547872"/>
            <a:ext cx="923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Model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586984" y="3547872"/>
            <a:ext cx="786384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86984" y="36667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373368" y="3547872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73368" y="36667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7159752" y="3547872"/>
            <a:ext cx="786384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159752" y="36667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946136" y="3547872"/>
            <a:ext cx="78638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46136" y="36667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5586984" y="402336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→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11480" y="4023360"/>
            <a:ext cx="109728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1148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645920" y="4023360"/>
            <a:ext cx="1097280" cy="219456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4592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880360" y="4023360"/>
            <a:ext cx="109728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88036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frameworks: stack layer on the Y axis, operating model on the X axis. Responsibility shifts as you move across columns.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Gap Is the Primary Blocker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2860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32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868680"/>
            <a:ext cx="22860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932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3rd-party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115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1115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78638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9933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action three hops down the chain causes harm. Who is accountable? Current answer: nobody knows.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8321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42032"/>
            <a:ext cx="91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06040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operate within their own system prompt. No governance context transfers with the delegation.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8321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90672"/>
            <a:ext cx="91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154680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Contracts between organizations do not cover liability for actions taken by subordinate agents.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639312"/>
            <a:ext cx="8321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639312"/>
            <a:ext cx="91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703320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teams investigating multi-agent failures have no accountability graph to follow.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party in every agentic failure is not a bad actor. It is an unassigned owner.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Execute. L1 Must Define.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industry concentrates attention at L3 and L4. The obligations that govern agent behavior originate at L1 and L2.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35024"/>
            <a:ext cx="5303520" cy="51206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35024"/>
            <a:ext cx="91440" cy="5120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&amp; Usage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91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processes, use case authorization, risk tolerance, override policy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53896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Underinvested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29384"/>
            <a:ext cx="5303520" cy="51206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29384"/>
            <a:ext cx="91440" cy="5120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1965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185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classification, consent, retention rules, information flows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048256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574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Underinvested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523744"/>
            <a:ext cx="530352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23744"/>
            <a:ext cx="91440" cy="5120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60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779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orchestration, tool calls, prompt logic, workflow execution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642616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6517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focus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118104"/>
            <a:ext cx="530352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118104"/>
            <a:ext cx="91440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154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374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controls, infrastructure security, runtime isolation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36976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2461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focus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712464"/>
            <a:ext cx="530352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712464"/>
            <a:ext cx="91440" cy="5120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749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Provider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supply chain, training governance, capability attestation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831336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840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focus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1280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1335024"/>
            <a:ext cx="28346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16752" y="13990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at L3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16752" y="163677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Developers encode business logic without L1 authorization. Agents execute processes nobody formally approved.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2295144"/>
            <a:ext cx="283464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016752" y="235915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starts too late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16752" y="259689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Hardening L4 access controls cannot compensate for obligations that were never defined at L1.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3255264"/>
            <a:ext cx="283464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016752" y="33192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order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16752" y="35570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L1 defines what agents are authorized to do. L2 defines what data they can use. L3 executes within those bounds.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executing an undefined business process is not a governance failure at L3. It is a missing obligation at L1.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Schema Encodes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every activity in the agentic stack, three fields. Stacked across five layers, four operating models, and autonomy levels L0 through L5.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832104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4173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0" y="1417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19072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safety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1773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tool outputs must be validated before use in downstream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1773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filtering enforced at the L3 application boundary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Developer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Provider (responsible)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832104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switching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6883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must approve model substitutions above the contracted autonomy level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6883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registry check at L4/L5 boundary with override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6883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Provider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Provider (informed)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547872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47872"/>
            <a:ext cx="1371600" cy="8412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36027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memory must not persist regulated data beyond session without explicit consent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6027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lifecycle policy enforced at L2/L3 handoff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6027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Owner (accountable)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Developer (responsible)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sets policy. The schema enforces it. Human review moves from approving individual actions to defining the governance envelope.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3611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Proprietary fragmentation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platform has its own internal accountability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deployments build ad hoc governance in system prompts and policy 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interoperability between platforms or organizations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90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provider's definition of ownership is incompatible with the 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Regulators, auditors, and procurement teams have no common reference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69080" cy="36118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schema: common surface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platforms ingest it once, support all compliant deployments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98424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gateways enforce it at the boundary without custom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teams require conformance as a standard contract clause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900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cite it as the accountability reference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4930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handoffs carry portable governance 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2.0. Vendor-neutral. Maintained under OASIS open standards process.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Governance Documents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Runtime Accountability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2128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governance cannot supervise continuous, autonomous, cross-org agent execution. The governance layer must operate at the speed of the AI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lineage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3145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prompt tracked to its 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2834640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provenance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3145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 invocations logged with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44184" y="2834640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53912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53912" y="3145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Verified origin per 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" y="3648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data each agent touched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3584448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3648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events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autonomy bounds were crossed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44184" y="3584448"/>
            <a:ext cx="2651760" cy="621792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53912" y="3648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53912" y="3895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escalation routing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Can Become an Accelerator, Not a Blocker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perception that governance slows AI adoption is based on what governance looks like today, not what it can become.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3931920" cy="32186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accountability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65760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8424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Procurement cycles stall on vendor liability questions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365760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9631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is slow when ownership is unclear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365760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083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Regulators apply precautionary restrictions to fill the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365760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2044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Enterprises limit autonomy to reduce unquantifiable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365760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3250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Insurers price AI exposure as a black 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4069080" cy="32186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4630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machine-readable governance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920240"/>
            <a:ext cx="37947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98424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Procurement teams verify conformance in hours, not weeks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432304"/>
            <a:ext cx="37947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4963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 response follows the accountability graph immediately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944368"/>
            <a:ext cx="37947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00837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Regulators cite the schema as the standard reference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56432"/>
            <a:ext cx="37947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5204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Safer autonomy becomes achievable with defined bounds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968496"/>
            <a:ext cx="37947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40325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Insurers quantify and price AI risk accurately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7274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 reduces friction. The cloud scaled because shared responsibility created trust. AI can scale the same way.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840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93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Educational site at aisharedresponsibility.com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3840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64792"/>
            <a:ext cx="91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196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Five-layer framework, persona matrix, operating model responsibility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95144"/>
            <a:ext cx="3840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95144"/>
            <a:ext cx="91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500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Living regulations reference (13 standards, staleness detection)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25496"/>
            <a:ext cx="3840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25496"/>
            <a:ext cx="91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80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browser-based assessment wizards. No account, no server, Apache 2.0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55848"/>
            <a:ext cx="3840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55848"/>
            <a:ext cx="91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107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Offered as a prospective contribution to CoSAI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914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phases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234440"/>
            <a:ext cx="4160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353312"/>
            <a:ext cx="384048" cy="384048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1280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months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design, system instruction, governance ontology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1984248"/>
            <a:ext cx="4160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10312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2029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Responsibility Mapper wizard, governance templates, telemetry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2734056"/>
            <a:ext cx="4160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28529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152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2779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 12 months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Runtime integrations, governance APIs, ecosystem pilots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483864"/>
            <a:ext cx="41605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3602736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38928" y="3529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 24 months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adoption, interoperability standards, continuous assurance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the Entire AI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shared accountability schema creates network effects. Each party that adopts it reduces friction for every other party.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 vendor accountability before contract signature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53312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53312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Defined supply chain obligations reduce liability surface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57984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21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Vendors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conformance becomes a differentiator, not a burden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57984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57984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21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Common reference replaces bespoke audit frameworks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962656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62656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026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2735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 manifests map directly to accountability assignments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62656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62656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26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2735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Quantifiable risk model replaces opaque exposure estimates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767328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67328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831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078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Portable governance context travels with each delegation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767328"/>
            <a:ext cx="406908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767328"/>
            <a:ext cx="91440" cy="676656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831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Vendors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078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Telemetry standards create an addressable integration layer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CoSAI Can Define the Operational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 for AI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8321040" cy="658368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231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OpenTelemetry became the interoperability standard for observability not because one vendor built it, but because the industry needed a shared surface and someone stepped forward to define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154680"/>
            <a:ext cx="83210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2783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Vendor-neutral accountability schema ingested by every GRC and security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666744"/>
            <a:ext cx="83210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3989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Runtime governance interoperability layer across agent frameworks and AI gateways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78808"/>
            <a:ext cx="8321040" cy="420624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25196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trust infrastructure that enables responsible AI to operate at global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opportunity to define how AI systems coordinate accountability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from This Committee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12064" cy="51206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515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v2.0 development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Adopt the schema-first roadmap as the official CoSAI Workstream 2 direction. Four phases, 24 months, public beta in 4 to 6 months.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03704"/>
            <a:ext cx="832104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7802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78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295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open-source contribution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6609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AISharedResponsibility.com, the six assessment wizards, and the data files. Offered as a CoSAI community resource under Apache 2.0.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447288"/>
            <a:ext cx="8321040" cy="1097280"/>
          </a:xfrm>
          <a:prstGeom prst="rect">
            <a:avLst/>
          </a:prstGeom>
          <a:solidFill>
            <a:srgbClr val="1A306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21608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5387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schema repository as Phase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3904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machine-readable accountability ontology published to GitHub unlocks every downstream deliverable. This is the critical path.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real. The foundation is built. The question is whether CoSAI defines the standard or inherits someone else's.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CoSAI AI SRF v2.0</dc:title>
  <dc:subject>PptxGenJS Presentation</dc:subject>
  <dc:creator>CoSAI AI SRF</dc:creator>
  <cp:lastModifiedBy>CoSAI AI SRF</cp:lastModifiedBy>
  <cp:revision>1</cp:revision>
  <dcterms:created xsi:type="dcterms:W3CDTF">2026-05-17T00:29:07Z</dcterms:created>
  <dcterms:modified xsi:type="dcterms:W3CDTF">2026-05-17T00:29:07Z</dcterms:modified>
</cp:coreProperties>
</file>